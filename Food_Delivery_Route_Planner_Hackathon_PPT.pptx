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Food Delivery Route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F"/>
                </a:solidFill>
              </a:defRPr>
            </a:pPr>
            <a:r>
              <a:t>Hackathon Project • Algorithm-Centric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1B9C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766560" cy="1188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2800" b="1">
                <a:solidFill>
                  <a:srgbClr val="F5F7FF"/>
                </a:solidFill>
              </a:defRPr>
            </a:pPr>
            <a:r>
              <a:t>Optimize multi-order deliveries with smarter route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6217920" cy="731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700" b="0">
                <a:solidFill>
                  <a:srgbClr val="B1B9CF"/>
                </a:solidFill>
              </a:defRPr>
            </a:pPr>
            <a:r>
              <a:t>Idea: combine a fast Greedy route with 2-Opt improvement and Dijkstra shortest-path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4204" y="1554480"/>
            <a:ext cx="3566160" cy="3860358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092440" y="1874519"/>
            <a:ext cx="29260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1">
                <a:solidFill>
                  <a:srgbClr val="32D2DC"/>
                </a:solidFill>
              </a:defRPr>
            </a:pPr>
            <a:r>
              <a:t>PROJECT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31720"/>
            <a:ext cx="9144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1">
                <a:solidFill>
                  <a:srgbClr val="B1B9CF"/>
                </a:solidFill>
              </a:defRPr>
            </a:pPr>
            <a: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33172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F5F7FF"/>
                </a:solidFill>
              </a:defRPr>
            </a:pPr>
            <a:r>
              <a:t>Food Delivery / Logistics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26079"/>
            <a:ext cx="9144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1">
                <a:solidFill>
                  <a:srgbClr val="B1B9CF"/>
                </a:solidFill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926079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F5F7FF"/>
                </a:solidFill>
              </a:defRPr>
            </a:pPr>
            <a:r>
              <a:t>Python +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520439"/>
            <a:ext cx="9144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1">
                <a:solidFill>
                  <a:srgbClr val="B1B9CF"/>
                </a:solidFill>
              </a:defRPr>
            </a:pPr>
            <a:r>
              <a:t>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520439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F5F7FF"/>
                </a:solidFill>
              </a:defRPr>
            </a:pPr>
            <a:r>
              <a:t>TSP • Greedy • 2-Opt • Dijkstra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114800"/>
            <a:ext cx="9144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1">
                <a:solidFill>
                  <a:srgbClr val="B1B9CF"/>
                </a:solidFill>
              </a:defRPr>
            </a:pPr>
            <a:r>
              <a:t>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114800"/>
            <a:ext cx="2011680" cy="461665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F5F7FF"/>
                </a:solidFill>
              </a:defRPr>
            </a:pPr>
            <a:r>
              <a:rPr dirty="0"/>
              <a:t>A. Rohith • 25MVCSMR0456</a:t>
            </a:r>
            <a:endParaRPr lang="en-IN" dirty="0"/>
          </a:p>
          <a:p>
            <a:pPr algn="l">
              <a:defRPr sz="1200" b="0">
                <a:solidFill>
                  <a:srgbClr val="F5F7FF"/>
                </a:solidFill>
              </a:defRPr>
            </a:pPr>
            <a:r>
              <a:rPr lang="en-IN" dirty="0" err="1"/>
              <a:t>K</a:t>
            </a:r>
            <a:r>
              <a:rPr lang="en-IN" err="1"/>
              <a:t>.</a:t>
            </a:r>
            <a:r>
              <a:rPr lang="en-IN"/>
              <a:t>Kamal-25MVCSMR0502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F"/>
                </a:solidFill>
              </a:defRPr>
            </a:pPr>
            <a:r>
              <a:t>Turning multiple delivery orders into an efficient, understandable route.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1B9C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434340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8346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32D2DC"/>
                </a:solidFill>
              </a:defRPr>
            </a:pPr>
            <a:r>
              <a:t>REAL-WORLD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Riders may receive several orders at once.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Poor visit order increases distance and delivery time.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Choosing the nearest customer locally can create a bad overall tour.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434340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8346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41CD87"/>
                </a:solidFill>
              </a:defRPr>
            </a:pPr>
            <a: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Lower travel distance can reduce operational cost.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Clear route decisions help riders understand the plan.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A reusable algorithmic prototype can scale into a real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429000" cy="434340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28346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FAE4C"/>
                </a:solidFill>
              </a:defRPr>
            </a:pPr>
            <a:r>
              <a:t>KEY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2788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Multiple stops and route combinations.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Balancing speed of calculation with route quality.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Explaining why the selected route was produced.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F"/>
                </a:solidFill>
              </a:defRPr>
            </a:pPr>
            <a:r>
              <a:t>A transparent optimization pipeline instead of a single black-box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1B9C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029200" cy="438912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38912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32D2DC"/>
                </a:solidFill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38912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2500" b="1">
                <a:solidFill>
                  <a:srgbClr val="F5F7FF"/>
                </a:solidFill>
              </a:defRPr>
            </a:pPr>
            <a:r>
              <a:t>Start fast → improve intelligently → explain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4297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Nearest Neighbor builds a quick initial tour.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2-Opt removes inefficient route crossings.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Dijkstra demonstrates least-cost path calculation.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08760"/>
            <a:ext cx="5257800" cy="438912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45720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41CD87"/>
                </a:solidFill>
              </a:defRPr>
            </a:pPr>
            <a:r>
              <a:t>WHAT MAKES IT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12344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</a:defRPr>
            </a:pPr>
            <a:r>
              <a:t>Interactive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240280"/>
            <a:ext cx="34290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B1B9CF"/>
                </a:solidFill>
              </a:defRPr>
            </a:pPr>
            <a:r>
              <a:t>Users can edit locations and coordinates.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63240"/>
            <a:ext cx="12344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</a:defRPr>
            </a:pPr>
            <a:r>
              <a:t>Comparative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063240"/>
            <a:ext cx="34290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B1B9CF"/>
                </a:solidFill>
              </a:defRPr>
            </a:pPr>
            <a:r>
              <a:t>Initial and improved routes are shown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12344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</a:defRPr>
            </a:pPr>
            <a:r>
              <a:t>Explainable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886200"/>
            <a:ext cx="34290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B1B9CF"/>
                </a:solidFill>
              </a:defRPr>
            </a:pPr>
            <a:r>
              <a:t>Route sequence and objective values are visible.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09160"/>
            <a:ext cx="12344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</a:defRPr>
            </a:pPr>
            <a:r>
              <a:t>Extensible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709160"/>
            <a:ext cx="34290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B1B9CF"/>
                </a:solidFill>
              </a:defRPr>
            </a:pPr>
            <a:r>
              <a:t>Designed for future maps, MongoDB and live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F"/>
                </a:solidFill>
              </a:defRPr>
            </a:pPr>
            <a:r>
              <a:t>Simple user journey from locations to an optimized delivery tour.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1B9CF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057400" cy="205740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267712"/>
            <a:ext cx="457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32D2DC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788920"/>
            <a:ext cx="173736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46120"/>
            <a:ext cx="173736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00" b="0">
                <a:solidFill>
                  <a:srgbClr val="B1B9CF"/>
                </a:solidFill>
              </a:defRPr>
            </a:pPr>
            <a:r>
              <a:t>Locations + coordinates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788920"/>
            <a:ext cx="4114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5C67FF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2057400"/>
            <a:ext cx="2057400" cy="205740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2267712"/>
            <a:ext cx="457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32D2DC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788920"/>
            <a:ext cx="173736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246120"/>
            <a:ext cx="173736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00" b="0">
                <a:solidFill>
                  <a:srgbClr val="B1B9CF"/>
                </a:solidFill>
              </a:defRPr>
            </a:pPr>
            <a:r>
              <a:t>Build weighted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788920"/>
            <a:ext cx="4114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5C67FF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057400"/>
            <a:ext cx="2057400" cy="205740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22392" y="2267712"/>
            <a:ext cx="457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32D2DC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788920"/>
            <a:ext cx="173736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3246120"/>
            <a:ext cx="173736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00" b="0">
                <a:solidFill>
                  <a:srgbClr val="B1B9CF"/>
                </a:solidFill>
              </a:defRPr>
            </a:pPr>
            <a:r>
              <a:t>Greedy → 2-Opt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88920"/>
            <a:ext cx="4114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5C67FF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057400"/>
            <a:ext cx="2057400" cy="205740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54112" y="2267712"/>
            <a:ext cx="457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32D2DC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2788920"/>
            <a:ext cx="173736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t>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3246120"/>
            <a:ext cx="173736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00" b="0">
                <a:solidFill>
                  <a:srgbClr val="B1B9CF"/>
                </a:solidFill>
              </a:defRPr>
            </a:pPr>
            <a:r>
              <a:t>Dijkstra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2788920"/>
            <a:ext cx="4114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5C67FF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2057400"/>
            <a:ext cx="2057400" cy="205740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85832" y="2267712"/>
            <a:ext cx="457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32D2DC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5832" y="2788920"/>
            <a:ext cx="173736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F5F7FF"/>
                </a:solidFill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3246120"/>
            <a:ext cx="173736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00" b="0">
                <a:solidFill>
                  <a:srgbClr val="B1B9CF"/>
                </a:solidFill>
              </a:defRPr>
            </a:pPr>
            <a:r>
              <a:t>Route + distance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00600"/>
            <a:ext cx="1024128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F5F7FF"/>
                </a:solidFill>
              </a:defRPr>
            </a:pPr>
            <a:r>
              <a:t>User journey: edit stops → choose start → click Optimize Route → compare routes → inspect shortest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F"/>
                </a:solidFill>
              </a:defRPr>
            </a:pPr>
            <a:r>
              <a:t>Tools selected for rapid prototyping and clear algorithm demonstrations.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1B9CF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57600" cy="452628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32D2DC"/>
                </a:solidFill>
              </a:defRPr>
            </a:pPr>
            <a: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Python — algorithms &amp; backend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Flask — web server &amp; REST API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HTML / CSS — responsive UI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JavaScript — interactive controls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MongoDB — planned persistent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6720840" cy="452628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603504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41CD87"/>
                </a:solidFill>
              </a:defRPr>
            </a:pPr>
            <a:r>
              <a:t>ALGORITHMS &amp;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240280"/>
            <a:ext cx="1645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</a:defRPr>
            </a:pPr>
            <a:r>
              <a:t>Nearest Neighbor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29260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B1B9CF"/>
                </a:solidFill>
              </a:defRPr>
            </a:pPr>
            <a:r>
              <a:t>Fast route 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240280"/>
            <a:ext cx="15087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100" b="1">
                <a:solidFill>
                  <a:srgbClr val="FFAE4C"/>
                </a:solidFill>
              </a:defRPr>
            </a:pPr>
            <a:r>
              <a:t>O(n²) typical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990088"/>
            <a:ext cx="1645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</a:defRPr>
            </a:pPr>
            <a:r>
              <a:t>2-Opt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0088"/>
            <a:ext cx="29260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B1B9CF"/>
                </a:solidFill>
              </a:defRPr>
            </a:pPr>
            <a:r>
              <a:t>Local route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990088"/>
            <a:ext cx="15087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100" b="1">
                <a:solidFill>
                  <a:srgbClr val="FFAE4C"/>
                </a:solidFill>
              </a:defRPr>
            </a:pPr>
            <a:r>
              <a:t>O(n²) per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739896"/>
            <a:ext cx="1645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</a:defRPr>
            </a:pPr>
            <a:r>
              <a:t>Dijkstra + heap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39896"/>
            <a:ext cx="29260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B1B9CF"/>
                </a:solidFill>
              </a:defRPr>
            </a:pPr>
            <a:r>
              <a:t>Least-cost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739896"/>
            <a:ext cx="15087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100" b="1">
                <a:solidFill>
                  <a:srgbClr val="FFAE4C"/>
                </a:solidFill>
              </a:defRPr>
            </a:pPr>
            <a:r>
              <a:t>O((V+E) log 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489704"/>
            <a:ext cx="1645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5F7FF"/>
                </a:solidFill>
              </a:defRPr>
            </a:pPr>
            <a:r>
              <a:t>TSP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89704"/>
            <a:ext cx="292608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200" b="0">
                <a:solidFill>
                  <a:srgbClr val="B1B9CF"/>
                </a:solidFill>
              </a:defRPr>
            </a:pPr>
            <a:r>
              <a:t>Visit all stops +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489704"/>
            <a:ext cx="150876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1100" b="1">
                <a:solidFill>
                  <a:srgbClr val="FFAE4C"/>
                </a:solidFill>
              </a:defRPr>
            </a:pPr>
            <a:r>
              <a:t>Exact search grows rapidly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394960"/>
            <a:ext cx="576072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00" b="0">
                <a:solidFill>
                  <a:srgbClr val="B1B9CF"/>
                </a:solidFill>
              </a:defRPr>
            </a:pPr>
            <a:r>
              <a:t>Why chosen: fast, understandable, non-negative edge costs, and easy to compare.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F"/>
                </a:solidFill>
              </a:defRPr>
            </a:pPr>
            <a:r>
              <a:t>Example output from the prototype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1B9CF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840480" cy="452628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2004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32D2DC"/>
                </a:solidFill>
              </a:defRPr>
            </a:pPr>
            <a:r>
              <a:t>SAMPLE DELIVERY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200400" cy="1143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800" b="1">
                <a:solidFill>
                  <a:srgbClr val="F5F7FF"/>
                </a:solidFill>
              </a:defRPr>
            </a:pPr>
            <a:r>
              <a:t>Restaurant</a:t>
            </a:r>
            <a:br/>
            <a:r>
              <a:t>↓</a:t>
            </a:r>
            <a:br/>
            <a:r>
              <a:t>Customer A → Customer B → Customer C</a:t>
            </a:r>
            <a:br/>
            <a:r>
              <a:t>↓</a:t>
            </a:r>
            <a:br/>
            <a:r>
              <a:t>Customer D → Customer E → Restaurant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2004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B1B9CF"/>
                </a:solidFill>
              </a:defRPr>
            </a:pPr>
            <a:r>
              <a:t>The route is generated from editable coordinates.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417320"/>
            <a:ext cx="2971800" cy="452628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691640"/>
            <a:ext cx="24688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41CD87"/>
                </a:solidFill>
              </a:defRPr>
            </a:pPr>
            <a:r>
              <a:t>RESULTS SHOWN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240280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</a:defRPr>
            </a:pPr>
            <a:r>
              <a:t>✓ Greedy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898648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</a:defRPr>
            </a:pPr>
            <a:r>
              <a:t>✓ Improved 2-Opt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57016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</a:defRPr>
            </a:pPr>
            <a:r>
              <a:t>✓ Distance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215384"/>
            <a:ext cx="21945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</a:defRPr>
            </a:pPr>
            <a:r>
              <a:t>✓ Dijkstra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417320"/>
            <a:ext cx="3337560" cy="452628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691640"/>
            <a:ext cx="27432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FAE4C"/>
                </a:solidFill>
              </a:defRPr>
            </a:pPr>
            <a:r>
              <a:t>PRACTICAL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194560"/>
            <a:ext cx="2697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Quick route generation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Better route after local improvement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Transparent algorithm decisions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Easy to extend to real maps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Useful foundation for rider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F"/>
                </a:solidFill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9CF"/>
                </a:solidFill>
              </a:defRPr>
            </a:pPr>
            <a:r>
              <a:t>From an academic prototype to a scalable delivery-optimization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1B9CF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443484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7432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32D2DC"/>
                </a:solidFill>
              </a:defRPr>
            </a:pPr>
            <a:r>
              <a:t>CURRENT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651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Working Flask web application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Interactive route planning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Greedy + 2-Opt + Dijkstra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Route comparison and distance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383280" cy="443484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27432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41CD87"/>
                </a:solidFill>
              </a:defRPr>
            </a:pPr>
            <a: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651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Live map and GPS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MongoDB order storage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Multiple riders and constraints</a:t>
            </a:r>
          </a:p>
          <a:p>
            <a:pPr>
              <a:spcAft>
                <a:spcPts val="1000"/>
              </a:spcAft>
              <a:defRPr sz="1600">
                <a:solidFill>
                  <a:srgbClr val="F5F7FF"/>
                </a:solidFill>
              </a:defRPr>
            </a:pPr>
            <a:r>
              <a:t>• Traffic-aware travel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17320"/>
            <a:ext cx="3291840" cy="4434840"/>
          </a:xfrm>
          <a:prstGeom prst="roundRect">
            <a:avLst/>
          </a:prstGeom>
          <a:solidFill>
            <a:srgbClr val="181F34"/>
          </a:solidFill>
          <a:ln>
            <a:solidFill>
              <a:srgbClr val="30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274320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00" b="1">
                <a:solidFill>
                  <a:srgbClr val="FFAE4C"/>
                </a:solidFill>
              </a:defRPr>
            </a:pPr>
            <a:r>
              <a:t>FINAL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31720"/>
            <a:ext cx="269748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300" b="1">
                <a:solidFill>
                  <a:srgbClr val="F5F7FF"/>
                </a:solidFill>
              </a:defRPr>
            </a:pPr>
            <a:r>
              <a:t>Smarter routes.</a:t>
            </a:r>
            <a:br/>
            <a:r>
              <a:t>Clear decisions.</a:t>
            </a:r>
            <a:br/>
            <a:r>
              <a:t>Better delivery planning.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60520"/>
            <a:ext cx="269748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200" b="1">
                <a:solidFill>
                  <a:srgbClr val="32D2DC"/>
                </a:solidFill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754880"/>
            <a:ext cx="2697480" cy="365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B1B9CF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600</Words>
  <Application>Microsoft Office PowerPoint</Application>
  <PresentationFormat>Widescreen</PresentationFormat>
  <Paragraphs>128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addulamalla rohith</cp:lastModifiedBy>
  <cp:revision>2</cp:revision>
  <dcterms:created xsi:type="dcterms:W3CDTF">2013-01-27T09:14:16Z</dcterms:created>
  <dcterms:modified xsi:type="dcterms:W3CDTF">2026-10-03T05:35:30Z</dcterms:modified>
  <cp:category/>
</cp:coreProperties>
</file>